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Titre &amp;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*Titre :** HR-Pulse : Pipeline Intelligente &amp; MLOps sur Azure</a:t>
            </a:r>
          </a:p>
          <a:p>
            <a:pPr/>
            <a:r>
              <a:t>*Sous-titre :** Moderniser le recrutement par l'IA et la conteneurisation native.</a:t>
            </a:r>
          </a:p>
          <a:p>
            <a:pPr/>
            <a:r>
              <a:t>*Présenté par :** [Votre Nom]</a:t>
            </a:r>
          </a:p>
          <a:p>
            <a:pPr/>
            <a:r>
              <a:t>*Date :** Mars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Contexte &amp; Problématique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*Le Défi :**</a:t>
            </a:r>
          </a:p>
          <a:p>
            <a:pPr/>
            <a:r>
              <a:t>**Données Brutes :** Masse d'offres d'emploi textuelles non structurées (`jobs.csv`).</a:t>
            </a:r>
          </a:p>
          <a:p>
            <a:pPr/>
            <a:r>
              <a:t>**Besoin RH :** Extraire des compétences clés et évaluer la compétitivité salariale.</a:t>
            </a:r>
          </a:p>
          <a:p>
            <a:pPr/>
            <a:r>
              <a:t>**Objectif :** Créer une base de connaissances exploitable et un outil de prédiction de salaire.</a:t>
            </a:r>
          </a:p>
          <a:p>
            <a:pPr/>
            <a:r>
              <a:t>**Contraintes :** Utilisation obligatoire de `uv`, isolation via Docker, et infrastructure Cloud (Azure).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Stack Technique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*Architecture Moderne &amp; Robuste :**</a:t>
            </a:r>
          </a:p>
          <a:p>
            <a:pPr/>
            <a:r>
              <a:t>**Langages :** Python 3.11 (`uv`), TypeScript (NextJS).</a:t>
            </a:r>
          </a:p>
          <a:p>
            <a:pPr/>
            <a:r>
              <a:t>**Cloud &amp; Infra :** Azure SQL (Serverless), Azure AI Language (NER), Terraform.</a:t>
            </a:r>
          </a:p>
          <a:p>
            <a:pPr/>
            <a:r>
              <a:t>**Backend :** FastAPI, SQLAlchemy, PyODBC.</a:t>
            </a:r>
          </a:p>
          <a:p>
            <a:pPr/>
            <a:r>
              <a:t>**Machine Learning :** Scikit-learn (Random Forest), Joblib.</a:t>
            </a:r>
          </a:p>
          <a:p>
            <a:pPr/>
            <a:r>
              <a:t>**DevOps &amp; MLOps :** Docker, Docker Compose, GitHub Actions, OpenTelemetry, Jaeger.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Infrastructure as Code (Terraform)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*Automatisation du Cloud :**</a:t>
            </a:r>
          </a:p>
          <a:p>
            <a:pPr/>
            <a:r>
              <a:t>**Provisionnement :** Base de données Azure SQL et service Azure AI Language.</a:t>
            </a:r>
          </a:p>
          <a:p>
            <a:pPr/>
            <a:r>
              <a:t>**Remote Backend :** Gestion de l'état (`.tfstate`) sur un Storage Account Azure pour la collaboration.</a:t>
            </a:r>
          </a:p>
          <a:p>
            <a:pPr/>
            <a:r>
              <a:t>**Sécurité :** Gestion des secrets via variables d'environnement (`.env`) générées dynamiquement.</a:t>
            </a:r>
          </a:p>
          <a:p>
            <a:pPr/>
            <a:r>
              <a:t>**Agilité :** Infrastructure reproductible en une commande `terraform apply`.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Pipeline de Données &amp; IA (NER)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*De la Donnée Brute à la Connaissance :**</a:t>
            </a:r>
          </a:p>
          <a:p>
            <a:pPr/>
            <a:r>
              <a:t>**Ingestion :** Nettoyage NLP du dataset `jobs.csv` (normalisation, suppression du bruit).</a:t>
            </a:r>
          </a:p>
          <a:p>
            <a:pPr/>
            <a:r>
              <a:t>**Traitement IA :** Intégration de l'API **Azure AI Language** pour l'extraction d'entités (NER).</a:t>
            </a:r>
          </a:p>
          <a:p>
            <a:pPr/>
            <a:r>
              <a:t>**Extraction :** Identification automatique des compétences clés dans les descriptions.</a:t>
            </a:r>
          </a:p>
          <a:p>
            <a:pPr/>
            <a:r>
              <a:t>**Stockage :** Injection structurée dans Azure SQL (Format JSON pour les compétences).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"Predictor" (Machine Learning)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*Estimation de la Fourchette Salariale :**</a:t>
            </a:r>
          </a:p>
          <a:p>
            <a:pPr/>
            <a:r>
              <a:t>**Problématique :** Prédire le salaire moyen à partir de la description du poste.</a:t>
            </a:r>
          </a:p>
          <a:p>
            <a:pPr/>
            <a:r>
              <a:t>**Preprocessing :** Transformation des plages salariales (ex: "$137K-$171K") en valeurs numériques.</a:t>
            </a:r>
          </a:p>
          <a:p>
            <a:pPr/>
            <a:r>
              <a:t>**Modélisation :** Entraînement d'un modèle de régression **Random Forest**.</a:t>
            </a:r>
          </a:p>
          <a:p>
            <a:pPr/>
            <a:r>
              <a:t>**Features :** Description nettoyée, taille de l'entreprise, revenus.</a:t>
            </a:r>
          </a:p>
          <a:p>
            <a:pPr/>
            <a:r>
              <a:t>**Performance :** Modèle exporté via `joblib` et servi par l'API.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Interfaces &amp;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*Écosystème Applicatif :**</a:t>
            </a:r>
          </a:p>
          <a:p>
            <a:pPr/>
            <a:r>
              <a:t>**Backend (FastAPI) :** API REST performante exposant les données SQL et le modèle de prédiction.</a:t>
            </a:r>
          </a:p>
          <a:p>
            <a:pPr/>
            <a:r>
              <a:t>**Frontend (NextJS) :** Interface intuitive permettant de visualiser les jobs et de tester des prédictions.</a:t>
            </a:r>
          </a:p>
          <a:p>
            <a:pPr/>
            <a:r>
              <a:t>**Conteneurisation :** Images Docker optimisées (multi-stage builds) pour le Backend et le Frontend.</a:t>
            </a:r>
          </a:p>
          <a:p>
            <a:pPr/>
            <a:r>
              <a:t>**Orchestration :** `docker-compose.yml` pour un lancement local unifié.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Qualité Logicielle &amp; MLOps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*Fiabilité &amp; Observabilité :**</a:t>
            </a:r>
          </a:p>
          <a:p>
            <a:pPr/>
            <a:r>
              <a:t>**CI/CD :** Pipeline GitHub Actions automatisant le Linting (Ruff), les Tests (Pytest) et le Build Docker.</a:t>
            </a:r>
          </a:p>
          <a:p>
            <a:pPr/>
            <a:r>
              <a:t>**Tests Unitaires :** Validation du code avant chaque déploiement.</a:t>
            </a:r>
          </a:p>
          <a:p>
            <a:pPr/>
            <a:r>
              <a:t>**Observabilité :** Instrumentation **OpenTelemetry** pour tracer les appels API, les requêtes SQL et la latence Azure AI.</a:t>
            </a:r>
          </a:p>
          <a:p>
            <a:pPr/>
            <a:r>
              <a:t>**Visualisation :** Utilisation de **Jaeger** pour le monitoring des traces.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Perspectives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*Bilan :**</a:t>
            </a:r>
          </a:p>
          <a:p>
            <a:pPr/>
            <a:r>
              <a:t>Pipeline de bout en bout fonctionnel et automatisé.</a:t>
            </a:r>
          </a:p>
          <a:p>
            <a:pPr/>
            <a:r>
              <a:t>Conformité totale aux standards industriels (MLOps, IaC, Qualité).</a:t>
            </a:r>
          </a:p>
          <a:p>
            <a:pPr/>
            <a:r>
              <a:t>*Futur :**</a:t>
            </a:r>
          </a:p>
          <a:p>
            <a:pPr/>
            <a:r>
              <a:t>Amélioration du modèle (Embeddings, XGBoost).</a:t>
            </a:r>
          </a:p>
          <a:p>
            <a:pPr/>
            <a:r>
              <a:t>Déploiement sur Azure Container Apps (Kubernetes).</a:t>
            </a:r>
          </a:p>
          <a:p>
            <a:pPr/>
            <a:r>
              <a:t>Tableau de bord de monitoring de dérive (Evidently AI).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